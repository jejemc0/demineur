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9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6D2B3-7657-FACD-B2F1-5EA9923B9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1820CC-38B2-DC7F-2EB6-0624DE0C2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72085C-8380-299A-9F2D-6918A4AB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7F7A16-952A-3D7C-BDAE-A55FF40D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9908AE-A529-6EA4-78ED-41D88E40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38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501611-0C00-7BD1-AE36-3A0CABF4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7A6912-1C4E-849F-8D6F-521ACA00F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049D25-E0ED-2FF8-4327-5697A19A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5F4B6A-043A-F2B7-79E5-EF6A0CE4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6CAD9-0D74-BEA3-FB63-D1AD7F28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17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E55B2-1D88-7DE6-8D50-F02BB842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3A476B-911E-2139-4D58-D6DD01319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E17EA8-3B62-F5D8-F0F2-EF1531F3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23C1E4-8FB4-9539-5519-4F41DE26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97CA31-3803-DA1E-128B-42B8ECEB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77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E5D85-9D82-2109-EAE5-A1E83381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2ED5BC-7768-9657-4FA5-D5FC5EA54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58BF38-B4A8-CF8B-9D63-70B91131E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017913-FB7B-2701-DF81-8E31A4C0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882343-405B-3F3C-1C03-2E67046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37FFF6-A692-AC50-4A0F-655356BC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0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1A978A-0804-C90C-9C27-3AAB95E5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5AD540-A503-FFB7-FC3F-54107EC4A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13B9E3-4A46-6532-DFFF-A522DDA6A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A88E38-B35D-2269-CBF7-8C9D0FFDC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8EC370-C251-8853-851E-987D16FD1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E27A2D-7E39-672F-D9D6-E68B2720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E98A836-7D3E-E71D-6363-F3175CAC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09F48E3-E9DA-B578-73DE-4137A6BE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00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F81839-ACFB-09AD-1211-57754E9A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DCB5012-E20A-4D14-1A56-6187CC18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84EEEC-2F1D-E944-5538-9A879884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60735-FAE9-B201-2725-ECFCC824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70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89B0240-2262-1C23-E4A9-714FEF3B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213C4D-F108-59A8-C152-8F196272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3693F4-3730-8795-2F00-10C4799A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97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E82AE-0406-C774-2CC3-EF8A4E97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FB66F0-027F-5A91-E28F-B4123E90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F8F1B3-179F-7131-623B-FE31FDEE6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71B19E-039B-9965-F050-164B01E8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D690E7-570A-C8DA-F594-DD835DED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0B32BE-5FAC-ADCB-C81F-77180163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5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9B68F-A981-6C05-609D-8DFBC91B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4D2CF9F-96F4-4487-127E-86A4C137B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D74021-2CCE-0CE5-7FEF-DAD0914FF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AD016D-0B75-8E44-E6A1-B536EA1C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CB3BEC-B5F9-9578-0B7F-222B766A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C47E60-B43B-6828-CCFC-29BE2301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10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1C081A-6498-2E12-CC6E-70329077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C4F900-E29B-2DC7-B574-CF04B451F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E9C32D-8F00-75FE-DAD2-56826EAD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C13C0A-25E3-BF6B-9011-C216B174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FEE926-4B9A-776F-EDF7-9CEBCC8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61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EA7464E-F3EF-41A5-C985-65FBCC576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D965EE-32DB-2B01-4771-8672BD6BF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84A93-DA30-FA88-EB89-32051B42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8FAAFA-FC3B-A555-2C4A-41D7A5F4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5FE1BB-10D2-1DF5-7FC9-67636F82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714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995A7A4-98CA-7B65-1269-805A8CC4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7E8BDE-ACC4-E9B2-89CB-F2A289779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B37C01-8BDC-5A8D-5755-E5EAD35ED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81E4A-9EDA-4B6E-917A-4ADC84072C9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42604-AC0D-7805-D179-B9E8B6CC4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D407CB-044D-1030-9EC6-BD90CB4E6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FEDB9-5AD6-45E4-962F-D3DA1A45A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6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ond pour PowerPoint : 90 modèles PPT pour vos présentations">
            <a:extLst>
              <a:ext uri="{FF2B5EF4-FFF2-40B4-BE49-F238E27FC236}">
                <a16:creationId xmlns:a16="http://schemas.microsoft.com/office/drawing/2014/main" id="{C7698D8C-F8A2-D1FE-5232-118619D8F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3">
            <a:extLst>
              <a:ext uri="{FF2B5EF4-FFF2-40B4-BE49-F238E27FC236}">
                <a16:creationId xmlns:a16="http://schemas.microsoft.com/office/drawing/2014/main" id="{C99B6F03-9A9D-93CF-F368-7E53D3C92845}"/>
              </a:ext>
            </a:extLst>
          </p:cNvPr>
          <p:cNvGrpSpPr>
            <a:grpSpLocks/>
          </p:cNvGrpSpPr>
          <p:nvPr/>
        </p:nvGrpSpPr>
        <p:grpSpPr>
          <a:xfrm>
            <a:off x="1373822" y="1358900"/>
            <a:ext cx="5901068" cy="3797300"/>
            <a:chOff x="0" y="-541744"/>
            <a:chExt cx="5169869" cy="2672608"/>
          </a:xfrm>
        </p:grpSpPr>
        <p:sp>
          <p:nvSpPr>
            <p:cNvPr id="9" name="Graphic 4">
              <a:extLst>
                <a:ext uri="{FF2B5EF4-FFF2-40B4-BE49-F238E27FC236}">
                  <a16:creationId xmlns:a16="http://schemas.microsoft.com/office/drawing/2014/main" id="{01B6DB78-B600-8008-6937-87CB523A797A}"/>
                </a:ext>
              </a:extLst>
            </p:cNvPr>
            <p:cNvSpPr/>
            <p:nvPr/>
          </p:nvSpPr>
          <p:spPr>
            <a:xfrm>
              <a:off x="0" y="0"/>
              <a:ext cx="57150" cy="1689100"/>
            </a:xfrm>
            <a:custGeom>
              <a:avLst/>
              <a:gdLst/>
              <a:ahLst/>
              <a:cxnLst/>
              <a:rect l="l" t="t" r="r" b="b"/>
              <a:pathLst>
                <a:path w="57150" h="1689100">
                  <a:moveTo>
                    <a:pt x="57150" y="1689100"/>
                  </a:moveTo>
                  <a:lnTo>
                    <a:pt x="0" y="1689100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1689100"/>
                  </a:lnTo>
                  <a:close/>
                </a:path>
              </a:pathLst>
            </a:custGeom>
            <a:solidFill>
              <a:srgbClr val="0183C6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79AB9A5E-275E-7200-4FA1-486676813B37}"/>
                </a:ext>
              </a:extLst>
            </p:cNvPr>
            <p:cNvSpPr txBox="1"/>
            <p:nvPr/>
          </p:nvSpPr>
          <p:spPr>
            <a:xfrm>
              <a:off x="0" y="-541744"/>
              <a:ext cx="5169869" cy="267260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47015">
                <a:lnSpc>
                  <a:spcPct val="107000"/>
                </a:lnSpc>
                <a:spcBef>
                  <a:spcPts val="110"/>
                </a:spcBef>
                <a:spcAft>
                  <a:spcPts val="800"/>
                </a:spcAft>
                <a:buNone/>
              </a:pPr>
              <a:r>
                <a:rPr lang="fr-FR" sz="1100" b="1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U</a:t>
              </a:r>
              <a:r>
                <a:rPr lang="fr-FR" sz="1100" b="1" spc="-185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 </a:t>
              </a:r>
              <a:r>
                <a:rPr lang="fr-FR" sz="1100" b="1" spc="120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NIVERSIT</a:t>
              </a:r>
              <a:r>
                <a:rPr lang="fr-FR" sz="1100" b="1" spc="-185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 </a:t>
              </a:r>
              <a:r>
                <a:rPr lang="fr-FR" sz="1100" b="1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É</a:t>
              </a:r>
              <a:r>
                <a:rPr lang="fr-FR" sz="1100" b="1" spc="285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 </a:t>
              </a:r>
              <a:r>
                <a:rPr lang="fr-FR" sz="1100" b="1">
                  <a:solidFill>
                    <a:srgbClr val="64748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DE TECHNOLOGIE DE BELFORT-MONTBELIARD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 marL="247015">
                <a:lnSpc>
                  <a:spcPct val="107000"/>
                </a:lnSpc>
                <a:spcBef>
                  <a:spcPts val="875"/>
                </a:spcBef>
                <a:spcAft>
                  <a:spcPts val="800"/>
                </a:spcAft>
                <a:buNone/>
              </a:pPr>
              <a:r>
                <a:rPr lang="fr-FR" sz="2800" b="1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Projet</a:t>
              </a:r>
              <a:r>
                <a:rPr lang="fr-FR" sz="2800" b="1" spc="-20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 </a:t>
              </a:r>
              <a:r>
                <a:rPr lang="fr-FR" sz="2800" b="1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IF2B</a:t>
              </a:r>
              <a:r>
                <a:rPr lang="fr-FR" sz="2800" b="1" spc="-10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 </a:t>
              </a:r>
              <a:r>
                <a:rPr lang="fr-FR" sz="2800" b="1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—</a:t>
              </a:r>
              <a:r>
                <a:rPr lang="fr-FR" sz="2800" b="1" spc="-10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 P26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 marL="247015">
                <a:lnSpc>
                  <a:spcPct val="107000"/>
                </a:lnSpc>
                <a:spcBef>
                  <a:spcPts val="140"/>
                </a:spcBef>
                <a:spcAft>
                  <a:spcPts val="800"/>
                </a:spcAft>
                <a:buNone/>
              </a:pPr>
              <a:r>
                <a:rPr lang="fr-FR" sz="2800" b="1">
                  <a:solidFill>
                    <a:srgbClr val="0F162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Démineur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 marL="457200" indent="-228600"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Andre Jérémie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 marL="457200" indent="-228600"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Christmann Maxence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 marL="457200" indent="-228600"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Maurois Romain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 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 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 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  <a:p>
              <a:pPr>
                <a:lnSpc>
                  <a:spcPct val="107000"/>
                </a:lnSpc>
                <a:spcBef>
                  <a:spcPts val="1965"/>
                </a:spcBef>
                <a:spcAft>
                  <a:spcPts val="800"/>
                </a:spcAft>
                <a:buNone/>
              </a:pPr>
              <a:r>
                <a:rPr lang="fr-FR" sz="1600">
                  <a:effectLst/>
                  <a:latin typeface="Aptos" panose="020B0004020202020204" pitchFamily="34" charset="0"/>
                  <a:ea typeface="Yu Mincho" panose="02020400000000000000" pitchFamily="18" charset="-128"/>
                  <a:cs typeface="Arial" panose="020B0604020202020204" pitchFamily="34" charset="0"/>
                </a:rPr>
                <a:t> </a:t>
              </a:r>
              <a:endParaRPr lang="fr-FR" sz="11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114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9546-723D-2A93-EA19-76C615C5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Fond pour PowerPoint : 90 modèles PPT pour vos présentations">
            <a:extLst>
              <a:ext uri="{FF2B5EF4-FFF2-40B4-BE49-F238E27FC236}">
                <a16:creationId xmlns:a16="http://schemas.microsoft.com/office/drawing/2014/main" id="{09DFCD2A-947F-9D53-387A-1F8A23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5FFF786-D9E4-A972-DAFC-F3691B1CE3CB}"/>
              </a:ext>
            </a:extLst>
          </p:cNvPr>
          <p:cNvSpPr txBox="1"/>
          <p:nvPr/>
        </p:nvSpPr>
        <p:spPr>
          <a:xfrm>
            <a:off x="348916" y="302613"/>
            <a:ext cx="3874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Initialisation du jeu :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4D4A50-8685-3542-7BCC-73D5285D9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01" y="1034716"/>
            <a:ext cx="3359323" cy="122561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B8E70CA-65CA-A0C3-5C33-D23F8AC09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566" y="1034716"/>
            <a:ext cx="3378374" cy="11684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540CA2D-34A8-7ECE-11D4-33A99666E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821405"/>
            <a:ext cx="4591286" cy="10160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BDA09E0-CA38-82B9-4D48-9A57F3B21E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405" y="4646998"/>
            <a:ext cx="3416476" cy="13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0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E0D9-128E-C7F3-541B-F0DAAE94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Fond pour PowerPoint : 90 modèles PPT pour vos présentations">
            <a:extLst>
              <a:ext uri="{FF2B5EF4-FFF2-40B4-BE49-F238E27FC236}">
                <a16:creationId xmlns:a16="http://schemas.microsoft.com/office/drawing/2014/main" id="{465BDB8E-A25F-FD57-09C7-297C613E6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352FEED-5BA6-0951-CEF7-EDD808E43ED3}"/>
              </a:ext>
            </a:extLst>
          </p:cNvPr>
          <p:cNvSpPr txBox="1"/>
          <p:nvPr/>
        </p:nvSpPr>
        <p:spPr>
          <a:xfrm>
            <a:off x="348916" y="302613"/>
            <a:ext cx="3874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Demande Utilisateur: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C8F3FA-EF58-149F-C4C0-5ABFBB8F3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1" y="1104780"/>
            <a:ext cx="3245017" cy="40070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17C6CF-8AB7-D5B0-92ED-D8AEEE0C7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700" y="1104780"/>
            <a:ext cx="4648439" cy="46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7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3D2A-E724-D6EC-E62E-0D458670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ond pour PowerPoint : 90 modèles PPT pour vos présentations">
            <a:extLst>
              <a:ext uri="{FF2B5EF4-FFF2-40B4-BE49-F238E27FC236}">
                <a16:creationId xmlns:a16="http://schemas.microsoft.com/office/drawing/2014/main" id="{BED11AE7-950B-90F8-E860-5002BC0C8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C1D49D6-7AC3-AD4A-1505-D326A6336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9" y="132557"/>
            <a:ext cx="4616687" cy="478814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91D3A1A-739F-FA58-B23C-9D9E619F8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596" y="132557"/>
            <a:ext cx="3492679" cy="93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97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C21E-A6B9-5C71-CDFB-61C7AE8F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Fond pour PowerPoint : 90 modèles PPT pour vos présentations">
            <a:extLst>
              <a:ext uri="{FF2B5EF4-FFF2-40B4-BE49-F238E27FC236}">
                <a16:creationId xmlns:a16="http://schemas.microsoft.com/office/drawing/2014/main" id="{91AC1729-3748-E60B-C028-F04F9699A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09277FB-680B-0FCF-9761-77D942CA8E06}"/>
              </a:ext>
            </a:extLst>
          </p:cNvPr>
          <p:cNvSpPr txBox="1"/>
          <p:nvPr/>
        </p:nvSpPr>
        <p:spPr>
          <a:xfrm>
            <a:off x="387350" y="152400"/>
            <a:ext cx="518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Sauvegarde des fichiers :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0C8BF88-83C0-9165-90AB-D4D13B180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132" y="390360"/>
            <a:ext cx="1644735" cy="640747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2130D7D-68A0-83FF-35BE-038B86D73215}"/>
              </a:ext>
            </a:extLst>
          </p:cNvPr>
          <p:cNvCxnSpPr>
            <a:cxnSpLocks/>
          </p:cNvCxnSpPr>
          <p:nvPr/>
        </p:nvCxnSpPr>
        <p:spPr>
          <a:xfrm>
            <a:off x="2444750" y="4749800"/>
            <a:ext cx="58801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836291A-979F-E64E-6364-CD8D52111BA1}"/>
              </a:ext>
            </a:extLst>
          </p:cNvPr>
          <p:cNvCxnSpPr>
            <a:cxnSpLocks/>
          </p:cNvCxnSpPr>
          <p:nvPr/>
        </p:nvCxnSpPr>
        <p:spPr>
          <a:xfrm>
            <a:off x="2444750" y="2635250"/>
            <a:ext cx="56197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0413A612-B20E-2FB6-1268-08CA4A1A81C6}"/>
              </a:ext>
            </a:extLst>
          </p:cNvPr>
          <p:cNvCxnSpPr>
            <a:cxnSpLocks/>
          </p:cNvCxnSpPr>
          <p:nvPr/>
        </p:nvCxnSpPr>
        <p:spPr>
          <a:xfrm>
            <a:off x="3282950" y="522764"/>
            <a:ext cx="63627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5F35814C-9C85-870D-7A4E-7CE7EF471375}"/>
              </a:ext>
            </a:extLst>
          </p:cNvPr>
          <p:cNvSpPr txBox="1"/>
          <p:nvPr/>
        </p:nvSpPr>
        <p:spPr>
          <a:xfrm>
            <a:off x="3028950" y="95885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Grille mines (solution)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CB9DE60-D18B-BEC7-4A7B-3A2C5713EC30}"/>
              </a:ext>
            </a:extLst>
          </p:cNvPr>
          <p:cNvSpPr txBox="1"/>
          <p:nvPr/>
        </p:nvSpPr>
        <p:spPr>
          <a:xfrm>
            <a:off x="3028950" y="310583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Grille utilisateur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06B137-E74A-2BDB-CAD2-F906817095F8}"/>
              </a:ext>
            </a:extLst>
          </p:cNvPr>
          <p:cNvSpPr txBox="1"/>
          <p:nvPr/>
        </p:nvSpPr>
        <p:spPr>
          <a:xfrm>
            <a:off x="2981325" y="5266549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Grille objets (ici 0 car mode de jeu égal à 1)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C0D433E-FEE0-FEF3-BFD5-6D122FADAA60}"/>
              </a:ext>
            </a:extLst>
          </p:cNvPr>
          <p:cNvSpPr txBox="1"/>
          <p:nvPr/>
        </p:nvSpPr>
        <p:spPr>
          <a:xfrm>
            <a:off x="6781756" y="-71305"/>
            <a:ext cx="5502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Dans l’ordre, </a:t>
            </a:r>
            <a:r>
              <a:rPr lang="fr-FR" dirty="0" err="1"/>
              <a:t>taille_grille,nb_mines</a:t>
            </a:r>
            <a:r>
              <a:rPr lang="fr-FR" dirty="0"/>
              <a:t>, mode, vies, </a:t>
            </a:r>
            <a:r>
              <a:rPr lang="fr-FR" dirty="0" err="1"/>
              <a:t>tours_brouillage</a:t>
            </a:r>
            <a:r>
              <a:rPr lang="fr-FR" dirty="0"/>
              <a:t>, </a:t>
            </a:r>
            <a:r>
              <a:rPr lang="fr-FR" dirty="0" err="1"/>
              <a:t>temps_ecoule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66412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Grand écran</PresentationFormat>
  <Paragraphs>17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Jérémie Andre</dc:creator>
  <cp:lastModifiedBy>Jérémie Andre</cp:lastModifiedBy>
  <cp:revision>1</cp:revision>
  <dcterms:created xsi:type="dcterms:W3CDTF">2026-06-14T11:55:35Z</dcterms:created>
  <dcterms:modified xsi:type="dcterms:W3CDTF">2026-06-14T12:36:28Z</dcterms:modified>
</cp:coreProperties>
</file>